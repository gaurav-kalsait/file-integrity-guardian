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6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E8ECF4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6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Segoe UI"/>
              </a:defRPr>
            </a:pPr>
            <a:r>
              <a:t>File Integrity Guardian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6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92A8"/>
                </a:solidFill>
                <a:latin typeface="Segoe UI"/>
              </a:defRPr>
            </a:pPr>
            <a:r>
              <a:t>Full-Stack File Integrity Monitoring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5570"/>
                </a:solidFill>
                <a:latin typeface="Segoe UI"/>
              </a:defRPr>
            </a:pPr>
            <a:r>
              <a:t>SHA-256 &amp; MD5 Cryptographic Hash Verification  •  Python +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8ECF4"/>
                </a:solidFill>
                <a:latin typeface="Segoe UI"/>
              </a:defRPr>
            </a:pPr>
            <a:r>
              <a:t>Presented by: Gaurav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48640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Course: Business Impact Analysis / Cybersecurity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01  Introduction &amp;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72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02 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568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03  What is FIM?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08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04  Why FIM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4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05  Research — Industry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06  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93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07  Hashing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770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08  SHA-256 vs MD5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611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09  Impact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45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10  Business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11  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12  Data Flow Diagram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13  Python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568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14  React 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408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15  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24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16-22  Tool Demo + Screenshots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23-25  Security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930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26  Proof of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770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27  Tools &amp; Technologies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6110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28  Challenges &amp; Learnings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45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29  Future Enhancements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30  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4132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31  Thank You /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01 — 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128016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4"/>
                </a:solidFill>
                <a:latin typeface="Segoe UI"/>
              </a:defRPr>
            </a:pPr>
            <a:r>
              <a:t>Build a full-stack File Integrity Monitoring tool that verifies system file integrity using cryptographic hashing (SHA-256 &amp; MD5).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28016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8A"/>
                </a:solidFill>
                <a:latin typeface="Segoe UI"/>
              </a:defRPr>
            </a:pPr>
            <a: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4"/>
                </a:solidFill>
                <a:latin typeface="Segoe UI"/>
              </a:defRPr>
            </a:pPr>
            <a:r>
              <a:t>Python backend uses hashlib to compute real hashes on OS files, stores a trusted baseline, and compares on each scan to detect unauthorized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515600" cy="128016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B020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4"/>
                </a:solidFill>
                <a:latin typeface="Segoe UI"/>
              </a:defRPr>
            </a:pPr>
            <a:r>
              <a:t>Interactive React dashboard with real-time scanning, file browser, auto-scheduler, 5-level status indicator, alert system, and security report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02 —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1097280"/>
          </a:xfrm>
          <a:prstGeom prst="roundRect">
            <a:avLst/>
          </a:prstGeom>
          <a:solidFill>
            <a:srgbClr val="1A0810"/>
          </a:solidFill>
          <a:ln w="12700">
            <a:solidFill>
              <a:srgbClr val="6611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D6A"/>
                </a:solidFill>
                <a:latin typeface="Segoe UI"/>
              </a:defRPr>
            </a:pPr>
            <a:r>
              <a:t>THE THREAT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CF4"/>
                </a:solidFill>
                <a:latin typeface="Segoe UI"/>
              </a:defRPr>
            </a:pPr>
            <a:r>
              <a:t>Attackers modify critical system files to install backdoors, escalate privileges, disable firewalls, and establish persistence — often undetected for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5570"/>
                </a:solidFill>
                <a:latin typeface="Segoe UI"/>
              </a:defRPr>
            </a:pPr>
            <a:r>
              <a:t>KEY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8892A8"/>
                </a:solidFill>
                <a:latin typeface="Segoe UI"/>
              </a:defRPr>
            </a:pPr>
            <a:r>
              <a:t>▸  No trusted baseline to compare current file states against</a:t>
            </a:r>
          </a:p>
          <a:p>
            <a:pPr>
              <a:spcAft>
                <a:spcPts val="600"/>
              </a:spcAft>
              <a:defRPr sz="1400">
                <a:solidFill>
                  <a:srgbClr val="8892A8"/>
                </a:solidFill>
                <a:latin typeface="Segoe UI"/>
              </a:defRPr>
            </a:pPr>
            <a:r>
              <a:t>▸  Manual file checking is impractical at scale</a:t>
            </a:r>
          </a:p>
          <a:p>
            <a:pPr>
              <a:spcAft>
                <a:spcPts val="600"/>
              </a:spcAft>
              <a:defRPr sz="1400">
                <a:solidFill>
                  <a:srgbClr val="8892A8"/>
                </a:solidFill>
                <a:latin typeface="Segoe UI"/>
              </a:defRPr>
            </a:pPr>
            <a:r>
              <a:t>▸  Unauthorized modifications to OS binaries go undetected</a:t>
            </a:r>
          </a:p>
          <a:p>
            <a:pPr>
              <a:spcAft>
                <a:spcPts val="600"/>
              </a:spcAft>
              <a:defRPr sz="1400">
                <a:solidFill>
                  <a:srgbClr val="8892A8"/>
                </a:solidFill>
                <a:latin typeface="Segoe UI"/>
              </a:defRPr>
            </a:pPr>
            <a:r>
              <a:t>▸  Compliance standards (PCI DSS, HIPAA, SOX) require FIM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515600" cy="1097280"/>
          </a:xfrm>
          <a:prstGeom prst="roundRect">
            <a:avLst/>
          </a:prstGeom>
          <a:solidFill>
            <a:srgbClr val="081A10"/>
          </a:solidFill>
          <a:ln w="12700">
            <a:solidFill>
              <a:srgbClr val="116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8A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CF4"/>
                </a:solidFill>
                <a:latin typeface="Segoe UI"/>
              </a:defRPr>
            </a:pPr>
            <a:r>
              <a:t>File Integrity Guardian — automated hashing, monitoring, alerting, and reporting for critical system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03 — What is File Integrity Monitoring?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92A8"/>
                </a:solidFill>
                <a:latin typeface="Segoe UI"/>
              </a:defRPr>
            </a:pPr>
            <a:r>
              <a:t>FIM is a cybersecurity practice that detects changes to critical system files by comparing their current state against a trusted baseline using cryptographic hash functions.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920240" cy="73152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Read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557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286000"/>
            <a:ext cx="1920240" cy="73152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Compute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557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286000"/>
            <a:ext cx="1920240" cy="73152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00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8A"/>
                </a:solidFill>
                <a:latin typeface="Segoe UI"/>
              </a:defRPr>
            </a:pPr>
            <a:r>
              <a:t>Store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557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2286000"/>
            <a:ext cx="1920240" cy="73152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9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020"/>
                </a:solidFill>
                <a:latin typeface="Segoe UI"/>
              </a:defRPr>
            </a:pPr>
            <a:r>
              <a:t>Re-scan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557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2286000"/>
            <a:ext cx="1920240" cy="73152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D6A"/>
                </a:solidFill>
                <a:latin typeface="Segoe UI"/>
              </a:defRPr>
            </a:pPr>
            <a:r>
              <a:t>Compare &amp; Alert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474720"/>
            <a:ext cx="3383280" cy="109728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What it monitors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OS binaries, config files, logs, registries, permissions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474720"/>
            <a:ext cx="3383280" cy="109728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Standards requiring FIM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931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PCI DSS (11.5), HIPAA, SOX, ISO 17799, CIS Benchmarks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474720"/>
            <a:ext cx="3383280" cy="109728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Detection types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931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Content changes, permission changes, file deletion, new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04 — Why FIM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228600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8ECF4"/>
                </a:solidFill>
                <a:latin typeface="Segoe UI"/>
              </a:defRPr>
            </a:pPr>
            <a:r>
              <a:t>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D6A"/>
                </a:solidFill>
                <a:latin typeface="Segoe UI"/>
              </a:defRPr>
            </a:pPr>
            <a:r>
              <a:t>Backdoor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Modified binaries reveal attacker persistence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383280" cy="228600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8ECF4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PCI DSS, HIPAA, SOX all mandate FIM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383280" cy="228600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3716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E8ECF4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920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020"/>
                </a:solidFill>
                <a:latin typeface="Segoe UI"/>
              </a:defRPr>
            </a:pPr>
            <a:r>
              <a:t>Early 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Detect breaches in minutes, not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10515600" cy="914400"/>
          </a:xfrm>
          <a:prstGeom prst="roundRect">
            <a:avLst/>
          </a:prstGeom>
          <a:solidFill>
            <a:srgbClr val="1A0810"/>
          </a:solidFill>
          <a:ln w="12700">
            <a:solidFill>
              <a:srgbClr val="6611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Key Stat: 9.8% of organizations fail PCI audits due to lacking FIM (Verizon). Average breach detection without FIM: 197 days (IBM).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05 — Research: Industry FIM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Popularity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OSSEC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8A"/>
                </a:solidFill>
                <a:latin typeface="Segoe UI"/>
              </a:defRPr>
            </a:pPr>
            <a:r>
              <a:t>ossec.net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Open-source HIDS+FIM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10k+ GitHub stars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94560"/>
            <a:ext cx="105156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Tripwire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8A"/>
                </a:solidFill>
                <a:latin typeface="Segoe UI"/>
              </a:defRPr>
            </a:pPr>
            <a:r>
              <a:t>tripwire.com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Commercial FIM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Fortune 500 standard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105156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34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Wazuh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834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8A"/>
                </a:solidFill>
                <a:latin typeface="Segoe UI"/>
              </a:defRPr>
            </a:pPr>
            <a:r>
              <a:t>wazuh.com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834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Open-source SIEM+FIM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8346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30k+ GitHub stars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91839"/>
            <a:ext cx="105156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SolarWinds SEM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8A"/>
                </a:solidFill>
                <a:latin typeface="Segoe UI"/>
              </a:defRPr>
            </a:pPr>
            <a:r>
              <a:t>solarwinds.com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Commercial SIEM+FIM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383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Gartner Leader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840480"/>
            <a:ext cx="105156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AIDE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8A"/>
                </a:solidFill>
                <a:latin typeface="Segoe UI"/>
              </a:defRPr>
            </a:pPr>
            <a:r>
              <a:t>aide.github.io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Open-source FIM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931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Linux standard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389120"/>
            <a:ext cx="105156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4805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Qualys FIM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4805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8A"/>
                </a:solidFill>
                <a:latin typeface="Segoe UI"/>
              </a:defRPr>
            </a:pPr>
            <a:r>
              <a:t>qualys.com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4805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Cloud FIM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4805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19k+ enterprises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937759"/>
            <a:ext cx="105156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CrowdStrike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8A"/>
                </a:solidFill>
                <a:latin typeface="Segoe UI"/>
              </a:defRPr>
            </a:pPr>
            <a:r>
              <a:t>crowdstrike.com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Cloud SaaS FIM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EPP market leader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486400"/>
            <a:ext cx="105156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Samhain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8A"/>
                </a:solidFill>
                <a:latin typeface="Segoe UI"/>
              </a:defRPr>
            </a:pPr>
            <a:r>
              <a:t>la-samhna.de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Open-source HIDS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Linux/Unix standard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6035040"/>
            <a:ext cx="105156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06 — Technology Stack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77724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Segoe UI"/>
              </a:defRPr>
            </a:pPr>
            <a:r>
              <a:t>OSSEC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80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C, SQLite, MD5/SHA-1/SHA-256, inotify, manager-agent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515600" cy="77724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FA9EC"/>
                </a:solidFill>
                <a:latin typeface="Segoe UI"/>
              </a:defRPr>
            </a:pPr>
            <a:r>
              <a:t>Tripwire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C/C++, proprietary DB, SHA-256/SHA-512/HAVAL, policy-driven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10515600" cy="77724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020"/>
                </a:solidFill>
                <a:latin typeface="Segoe UI"/>
              </a:defRPr>
            </a:pPr>
            <a:r>
              <a:t>Wazuh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2918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OSSEC fork, Elasticsearch/Kibana, RESTful API, real-time + scheduled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06240"/>
            <a:ext cx="10515600" cy="77724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8A"/>
                </a:solidFill>
                <a:latin typeface="Segoe UI"/>
              </a:defRPr>
            </a:pPr>
            <a:r>
              <a:t>AIDE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2976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C, flat-file DB, MD5/SHA-1/SHA-256/SHA-512, cron-based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081A10"/>
          </a:solidFill>
          <a:ln w="12700">
            <a:solidFill>
              <a:srgbClr val="116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8A"/>
                </a:solidFill>
                <a:latin typeface="Segoe UI"/>
              </a:defRPr>
            </a:pPr>
            <a:r>
              <a:t>OUR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Segoe UI"/>
              </a:defRPr>
            </a:pPr>
            <a:r>
              <a:t>Python 3.10+ (hashlib, Flask) + React.js (Vite) + JSON persistence + REST API + Cross-platform Windows &amp; Linux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07 — Hashing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Output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Security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FIM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MD5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128-bit (32 hex)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❌ Broken — collisions feasible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Legacy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105156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SHA-1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160-bit (40 hex)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⚠️ Weakened — SHAttered 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377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Being phased 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880360"/>
            <a:ext cx="105156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SHA-256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256-bit (64 hex)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✅ Secure — no known attacks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Industry standard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74720"/>
            <a:ext cx="105156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  <a:latin typeface="Segoe UI"/>
              </a:defRPr>
            </a:pPr>
            <a:r>
              <a:t>SHA-512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512-bit (128 hex)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✅ Strongest common option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Segoe UI"/>
              </a:defRPr>
            </a:pPr>
            <a:r>
              <a:t>High-security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069080"/>
            <a:ext cx="105156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71600" y="4572000"/>
            <a:ext cx="2926080" cy="109728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FF"/>
                </a:solidFill>
                <a:latin typeface="Segoe UI"/>
              </a:defRPr>
            </a:pPr>
            <a:r>
              <a:t>Input File</a:t>
            </a:r>
            <a:br/>
            <a:r>
              <a:t>(any size)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846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557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4572000"/>
            <a:ext cx="2926080" cy="109728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00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8A"/>
                </a:solidFill>
                <a:latin typeface="Segoe UI"/>
              </a:defRPr>
            </a:pPr>
            <a:r>
              <a:t>SHA-256</a:t>
            </a:r>
            <a:br/>
            <a:r>
              <a:t>hashlib.sha256()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846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A5570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4572000"/>
            <a:ext cx="2926080" cy="109728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6634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B020"/>
                </a:solidFill>
                <a:latin typeface="Segoe UI"/>
              </a:defRPr>
            </a:pPr>
            <a:r>
              <a:t>64-char hex</a:t>
            </a:r>
            <a:br/>
            <a:r>
              <a:t>fingerprint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08 — SHA-256 vs MD5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4754880"/>
          </a:xfrm>
          <a:prstGeom prst="roundRect">
            <a:avLst/>
          </a:prstGeom>
          <a:solidFill>
            <a:srgbClr val="1A0810"/>
          </a:solidFill>
          <a:ln w="12700">
            <a:solidFill>
              <a:srgbClr val="6611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D6A"/>
                </a:solidFill>
                <a:latin typeface="Segoe UI"/>
              </a:defRPr>
            </a:pPr>
            <a:r>
              <a:t>MD5 (Broken)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✗  128-bit output (32 hex characters)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✗  Created by Ron Rivest in 1991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✗  Collision attacks proven feasible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✗  Fast but insecure for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✗  Used only for backward compatibility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✗  NOT suitable for security 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029200" cy="4754880"/>
          </a:xfrm>
          <a:prstGeom prst="roundRect">
            <a:avLst/>
          </a:prstGeom>
          <a:solidFill>
            <a:srgbClr val="081A10"/>
          </a:solidFill>
          <a:ln w="12700">
            <a:solidFill>
              <a:srgbClr val="116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8A"/>
                </a:solidFill>
                <a:latin typeface="Segoe UI"/>
              </a:defRPr>
            </a:pPr>
            <a:r>
              <a:t>SHA-256 (Secure)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✓  256-bit output (64 hex characters)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✓  Designed by NSA in 2001 (SHA-2)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✓  No known practical collisions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✓  Used in Bitcoin, SSL/TLS, code signing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✓  Industry standard for modern FIM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63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✓  Our primary algorithm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09 — Impact Analysis: Attack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onsolas"/>
              </a:defRPr>
            </a:pPr>
            <a:r>
              <a:t>/etc/passwd &amp; shadow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Create backdoor accounts, weaken passwords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188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6A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onsolas"/>
              </a:defRPr>
            </a:pPr>
            <a:r>
              <a:t>cmd.exe / powershell.exe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28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Replace with trojanized versions capturing creds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6A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onsolas"/>
              </a:defRPr>
            </a:pPr>
            <a:r>
              <a:t>svchost.exe / kernel32.dll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68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DLL hijacking, rootkit installation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468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6A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onsolas"/>
              </a:defRPr>
            </a:pPr>
            <a:r>
              <a:t>hosts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10895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DNS poisoning, redirect traffic to malicious 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1089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B020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599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onsolas"/>
              </a:defRPr>
            </a:pPr>
            <a:r>
              <a:t>crontab / scheduled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7490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Establish persistence via scheduled malicious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749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B020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97679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onsolas"/>
              </a:defRPr>
            </a:pPr>
            <a:r>
              <a:t>firewall rules (iptables)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389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Disable network protection, open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6A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937759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2919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onsolas"/>
              </a:defRPr>
            </a:pPr>
            <a:r>
              <a:t>SSH config / sshd_config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02919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Weaken SSH security, allow unauthorized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02919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B020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577839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669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Consolas"/>
              </a:defRPr>
            </a:pPr>
            <a:r>
              <a:t>/boot/vmlinuz (kernel)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6692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Install kernel-level rootkits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669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D6A"/>
                </a:solidFill>
                <a:latin typeface="Segoe UI"/>
              </a:defRPr>
            </a:pPr>
            <a:r>
              <a:t>CRITICAL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10 — Business Impact of Undetected Tampering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210312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ECF4"/>
                </a:solidFill>
                <a:latin typeface="Segoe UI"/>
              </a:defRPr>
            </a:pPr>
            <a:r>
              <a:t>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4D6A"/>
                </a:solidFill>
                <a:latin typeface="Segoe UI"/>
              </a:defRPr>
            </a:pPr>
            <a:r>
              <a:t>Data Breach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Stolen credentials, customer data exfiltration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188720"/>
            <a:ext cx="3474720" cy="210312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ECF4"/>
                </a:solidFill>
                <a:latin typeface="Segoe UI"/>
              </a:defRPr>
            </a:pPr>
            <a:r>
              <a:t>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B020"/>
                </a:solidFill>
                <a:latin typeface="Segoe UI"/>
              </a:defRPr>
            </a:pPr>
            <a:r>
              <a:t>Service Disruption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Modified binaries causing system instability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474720" cy="210312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ECF4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B020"/>
                </a:solidFill>
                <a:latin typeface="Segoe UI"/>
              </a:defRPr>
            </a:pPr>
            <a:r>
              <a:t>Compliance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377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Audit failures under PCI DSS, HIPAA, SOX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3474720" cy="210312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ECF4"/>
                </a:solidFill>
                <a:latin typeface="Segoe UI"/>
              </a:defRPr>
            </a:pPr>
            <a:r>
              <a:t>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4D6A"/>
                </a:solidFill>
                <a:latin typeface="Segoe UI"/>
              </a:defRPr>
            </a:pPr>
            <a:r>
              <a:t>Reputation Damage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93775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Loss of customer trust after breach disclosure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749039"/>
            <a:ext cx="3474720" cy="210312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ECF4"/>
                </a:solidFill>
                <a:latin typeface="Segoe UI"/>
              </a:defRPr>
            </a:pPr>
            <a: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44805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4D6A"/>
                </a:solidFill>
                <a:latin typeface="Segoe UI"/>
              </a:defRPr>
            </a:pPr>
            <a:r>
              <a:t>Financial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93775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Incident response costs, regulatory fines, lawsuits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749039"/>
            <a:ext cx="3474720" cy="210312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931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ECF4"/>
                </a:solidFill>
                <a:latin typeface="Segoe UI"/>
              </a:defRPr>
            </a:pPr>
            <a:r>
              <a:t>⏱️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4805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B020"/>
                </a:solidFill>
                <a:latin typeface="Segoe UI"/>
              </a:defRPr>
            </a:pPr>
            <a:r>
              <a:t>Operational Downtime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37759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Systems offline during investigation &amp; recovery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11 — System 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029200" cy="5029200"/>
          </a:xfrm>
          <a:prstGeom prst="roundRect">
            <a:avLst/>
          </a:prstGeom>
          <a:solidFill>
            <a:srgbClr val="080E1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Segoe UI"/>
              </a:defRPr>
            </a:pPr>
            <a:r>
              <a:t>React Frontend (:5173)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4297680" cy="59436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Dashboard + 5-Level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4297680" cy="59436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File Table + Hash 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74720"/>
            <a:ext cx="4297680" cy="59436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3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Alert Feed + Scan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51960"/>
            <a:ext cx="4297680" cy="59436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7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File Browser Modal Popup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29200"/>
            <a:ext cx="4297680" cy="59436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074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Auto-Scan Scheduler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2004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D4FF"/>
                </a:solidFill>
                <a:latin typeface="Segoe UI"/>
              </a:defRPr>
            </a:pPr>
            <a:r>
              <a:t>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7490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70"/>
                </a:solidFill>
                <a:latin typeface="Segoe UI"/>
              </a:defRPr>
            </a:pPr>
            <a:r>
              <a:t>REST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1188720"/>
            <a:ext cx="5029200" cy="5029200"/>
          </a:xfrm>
          <a:prstGeom prst="roundRect">
            <a:avLst/>
          </a:prstGeom>
          <a:solidFill>
            <a:srgbClr val="0E081A"/>
          </a:solidFill>
          <a:ln w="12700">
            <a:solidFill>
              <a:srgbClr val="AFA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FA9EC"/>
                </a:solidFill>
                <a:latin typeface="Segoe UI"/>
              </a:defRPr>
            </a:pPr>
            <a:r>
              <a:t>Python Backend (:5000)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920240"/>
            <a:ext cx="4297680" cy="59436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965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FA9EC"/>
                </a:solidFill>
                <a:latin typeface="Segoe UI"/>
              </a:defRPr>
            </a:pPr>
            <a:r>
              <a:t>hashlib SHA-256 / MD5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697480"/>
            <a:ext cx="4297680" cy="59436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FA9EC"/>
                </a:solidFill>
                <a:latin typeface="Segoe UI"/>
              </a:defRPr>
            </a:pPr>
            <a:r>
              <a:t>os.stat() File Metadata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3474720"/>
            <a:ext cx="4297680" cy="59436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352043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FA9EC"/>
                </a:solidFill>
                <a:latin typeface="Segoe UI"/>
              </a:defRPr>
            </a:pPr>
            <a:r>
              <a:t>Real OS File Scanner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4251960"/>
            <a:ext cx="4297680" cy="59436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29767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FA9EC"/>
                </a:solidFill>
                <a:latin typeface="Segoe UI"/>
              </a:defRPr>
            </a:pPr>
            <a:r>
              <a:t>Baseline Comparison Engine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5029200"/>
            <a:ext cx="4297680" cy="59436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1A2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5074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FA9EC"/>
                </a:solidFill>
                <a:latin typeface="Segoe UI"/>
              </a:defRPr>
            </a:pPr>
            <a:r>
              <a:t>JSON Data Persistence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12 — Data Flow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097280"/>
            <a:ext cx="3657600" cy="64008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143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User Clicks Scan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011680"/>
            <a:ext cx="3657600" cy="64008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E8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057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ECF4"/>
                </a:solidFill>
                <a:latin typeface="Segoe UI"/>
              </a:defRPr>
            </a:pPr>
            <a:r>
              <a:t>React → POST /api/scan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108960"/>
            <a:ext cx="3657600" cy="64008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AFA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546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FA9EC"/>
                </a:solidFill>
                <a:latin typeface="Segoe UI"/>
              </a:defRPr>
            </a:pPr>
            <a:r>
              <a:t>Python Reads OS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108960"/>
            <a:ext cx="3657600" cy="64008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00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315467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8A"/>
                </a:solidFill>
                <a:latin typeface="Segoe UI"/>
              </a:defRPr>
            </a:pPr>
            <a:r>
              <a:t>Compute SHA-256 Hash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206240"/>
            <a:ext cx="3657600" cy="64008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FFB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25195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020"/>
                </a:solidFill>
                <a:latin typeface="Segoe UI"/>
              </a:defRPr>
            </a:pPr>
            <a:r>
              <a:t>Compare vs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303520"/>
            <a:ext cx="3657600" cy="64008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00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8A"/>
                </a:solidFill>
                <a:latin typeface="Segoe UI"/>
              </a:defRPr>
            </a:pPr>
            <a:r>
              <a:t>Match ✓  →  INTACT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5303520"/>
            <a:ext cx="3657600" cy="64008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D6A"/>
                </a:solidFill>
                <a:latin typeface="Segoe UI"/>
              </a:defRPr>
            </a:pPr>
            <a:r>
              <a:t>Mismatch ⚠  →  ALERT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691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5570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5570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5570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5570"/>
                </a:solidFill>
                <a:latin typeface="Segoe UI"/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16 — Demo: Dashboard — System Overview + Status Indicator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333333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444444"/>
                </a:solidFill>
              </a:defRPr>
            </a:pPr>
            <a:r>
              <a:t>📸 Dashboard — System Overview + Status Indicator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17 — Demo: Dashboard — Auto-Scan Scheduler + Scan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333333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444444"/>
                </a:solidFill>
              </a:defRPr>
            </a:pPr>
            <a:r>
              <a:t>📸 Dashboard — Auto-Scan Scheduler + Scan Summary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18 — Demo: Files Tab — Monitored Files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333333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444444"/>
                </a:solidFill>
              </a:defRPr>
            </a:pPr>
            <a:r>
              <a:t>📸 Files Tab — Monitored Files Table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19 — Demo: Files Tab — Hash Comparison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333333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444444"/>
                </a:solidFill>
              </a:defRPr>
            </a:pPr>
            <a:r>
              <a:t>📸 Files Tab — Hash Comparison Detail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20 — Demo: Custom Scan — File Browser Modal Popup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333333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444444"/>
                </a:solidFill>
              </a:defRPr>
            </a:pPr>
            <a:r>
              <a:t>📸 Custom Scan — File Browser Modal Popup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21 — Demo: Alerts Tab — Security Alert Feed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333333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444444"/>
                </a:solidFill>
              </a:defRPr>
            </a:pPr>
            <a:r>
              <a:t>📸 Alerts Tab — Security Alert Feed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22 — Demo: Report Tab — Auto-Generated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333333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444444"/>
                </a:solidFill>
              </a:defRPr>
            </a:pPr>
            <a:r>
              <a:t>📸 Report Tab — Auto-Generated Report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23 — Recommendations: Preventive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🔒  Use SELinux/AppArmor for mandatory access controls</a:t>
            </a:r>
          </a:p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⚡  Enable real-time monitoring with inotify / auditd</a:t>
            </a:r>
          </a:p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🏗️  Deploy read-only file systems for production</a:t>
            </a:r>
          </a:p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💾  Store baselines on air-gapped storage</a:t>
            </a:r>
          </a:p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🔐  Use SHA-256 exclusively — MD5/SHA-1 are broken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24 — Recommendations: Detective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⏰  Schedule automated scans every 4-6 hours</a:t>
            </a:r>
          </a:p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📊  Integrate FIM alerts with SIEM (Splunk, Elastic)</a:t>
            </a:r>
          </a:p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🔍  Monitor permission changes (644 → 777 = compromise)</a:t>
            </a:r>
          </a:p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🔗  Cross-reference FIM alerts with auth logs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25 — Recommendations: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1.  Isolate affected systems immediately</a:t>
            </a:r>
          </a:p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2.  Restore from trusted backups</a:t>
            </a:r>
          </a:p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3.  Conduct forensic log analysis</a:t>
            </a:r>
          </a:p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4.  Block C2 communication via firewall</a:t>
            </a:r>
          </a:p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5.  Reset all exposed credentials</a:t>
            </a:r>
          </a:p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6.  Document incident timeline</a:t>
            </a:r>
          </a:p>
          <a:p>
            <a:pPr>
              <a:spcAft>
                <a:spcPts val="600"/>
              </a:spcAft>
              <a:defRPr sz="1600">
                <a:solidFill>
                  <a:srgbClr val="E8ECF4"/>
                </a:solidFill>
                <a:latin typeface="Segoe UI"/>
              </a:defRPr>
            </a:pPr>
            <a:r>
              <a:t>▸  7.  Update baseline after clean state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26 — Proof of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Initialize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Python hashes 20 system files → stores baseline.json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8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Run Integrity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Recalculates hashes → compares with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D6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Detect Violations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Hash mismatch → DANGER alert with risk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FA9EC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Inspect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Click file → side-by-side SHA-256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020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Auto-Scan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Enable scheduler → system auto-scans at intervals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515600" cy="1097280"/>
          </a:xfrm>
          <a:prstGeom prst="roundRect">
            <a:avLst/>
          </a:prstGeom>
          <a:solidFill>
            <a:srgbClr val="000000"/>
          </a:solidFill>
          <a:ln w="25400">
            <a:solidFill>
              <a:srgbClr val="333333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1400">
                <a:solidFill>
                  <a:srgbClr val="444444"/>
                </a:solidFill>
              </a:defRPr>
            </a:pPr>
            <a:r>
              <a:t>📸 Workflow demo screenshot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27 — Tools &amp;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Python 3.10+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Backend server + file hashing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00200"/>
            <a:ext cx="100584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hashlib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642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SHA-256 / MD5 computation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075688"/>
            <a:ext cx="100584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396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Flask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3969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REST API framework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51176"/>
            <a:ext cx="100584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151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Flask-CORS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1518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Cross-origin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026664"/>
            <a:ext cx="100584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React.js (Vite)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906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Frontend dashboard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502152"/>
            <a:ext cx="100584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JavaScript ES6+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66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Frontend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77640"/>
            <a:ext cx="100584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416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0416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Data persistence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453128"/>
            <a:ext cx="100584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171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Inter + JetBrains Mono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1713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Typography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928616"/>
            <a:ext cx="100584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9926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Git + 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99262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Version control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404104"/>
            <a:ext cx="1005840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468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VS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4681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8"/>
                </a:solidFill>
                <a:latin typeface="Segoe UI"/>
              </a:defRPr>
            </a:pPr>
            <a:r>
              <a:t>Code editor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28 — Challenges &amp;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4572000"/>
          </a:xfrm>
          <a:prstGeom prst="roundRect">
            <a:avLst/>
          </a:prstGeom>
          <a:solidFill>
            <a:srgbClr val="1A0810"/>
          </a:solidFill>
          <a:ln w="12700">
            <a:solidFill>
              <a:srgbClr val="6611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D6A"/>
                </a:solidFill>
                <a:latin typeface="Segoe UI"/>
              </a:defRPr>
            </a:pPr>
            <a:r>
              <a:t>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▸  Permission denied on protected system files (SAM)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▸  CORS configuration between React (:5173) and Flask (:5000)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▸  Cross-platform file paths (Windows \ vs Linux 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59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▸  Large file hashing efficiency (8KB chunked reads)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976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▸  Modal overlay z-index and 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37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▸  Auto-scan timer cleanup on component unmount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029200" cy="4572000"/>
          </a:xfrm>
          <a:prstGeom prst="roundRect">
            <a:avLst/>
          </a:prstGeom>
          <a:solidFill>
            <a:srgbClr val="081A10"/>
          </a:solidFill>
          <a:ln w="12700">
            <a:solidFill>
              <a:srgbClr val="116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8A"/>
                </a:solidFill>
                <a:latin typeface="Segoe UI"/>
              </a:defRPr>
            </a:pPr>
            <a:r>
              <a:t>KEY LEARNINGS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✓  Cryptographic hashing is essential for data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✓  Full-stack architecture provides power + usability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✓  FIM is a critical compliance requirement in 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59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✓  SHA-256 is current standard over MD5/SHA-1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✓  File metadata (perms, size) matters as much as 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9377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CF4"/>
                </a:solidFill>
                <a:latin typeface="Segoe UI"/>
              </a:defRPr>
            </a:pPr>
            <a:r>
              <a:t>✓  Separation of concerns: CSS/JSX/Python = clean code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29 —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Email / Slack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Notify security teams on violations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Database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SQLite / PostgreSQL for better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Multi-host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Agent-based architecture for multiple servers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A9EC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17520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08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SIEM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1089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CEF / Syslog export for Splunk, Elastic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1089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A9EC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599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CSV / PDF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Download reports for compliance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97679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Windows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Run as background service on startup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937759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291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Real-time Watchdog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0291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inotify / ReadDirectoryChanges for instant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0291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FA9EC"/>
                </a:solidFill>
                <a:latin typeface="Segoe UI"/>
              </a:defRPr>
            </a:pPr>
            <a:r>
              <a:t>Future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577839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6692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File Diff Viewer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6692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Show exact content changes between versions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6692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Planned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15 — REST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Segoe UI"/>
              </a:defRPr>
            </a:pPr>
            <a: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627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onsolas"/>
              </a:defRPr>
            </a:pPr>
            <a:r>
              <a:t>/api/status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27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System info + baseline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06654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onsolas"/>
              </a:defRPr>
            </a:pPr>
            <a:r>
              <a:t>/api/files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6654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List monitored files with metadata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50591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054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8A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5054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onsolas"/>
              </a:defRPr>
            </a:pPr>
            <a:r>
              <a:t>/api/baseline/create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05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Create trusted hash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89504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443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8A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944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onsolas"/>
              </a:defRPr>
            </a:pPr>
            <a:r>
              <a:t>/api/scan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944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Run integrity scan vs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328415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onsolas"/>
              </a:defRPr>
            </a:pPr>
            <a:r>
              <a:t>/api/alerts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Get all security alerts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767328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82219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8A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8221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onsolas"/>
              </a:defRPr>
            </a:pPr>
            <a:r>
              <a:t>/api/alerts/clear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221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Clear alert history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206240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2611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8A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2611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onsolas"/>
              </a:defRPr>
            </a:pPr>
            <a:r>
              <a:t>/api/browse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2611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Browse directory contents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645152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700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8A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70001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onsolas"/>
              </a:defRPr>
            </a:pPr>
            <a:r>
              <a:t>/api/custom-files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700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Hash individual file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084064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1389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8A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1389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onsolas"/>
              </a:defRPr>
            </a:pPr>
            <a:r>
              <a:t>/api/scan-folder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138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Scan folder (recursive option)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522976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8600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onsolas"/>
              </a:defRPr>
            </a:pPr>
            <a:r>
              <a:t>/api/report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Generate security report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961888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601675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601675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onsolas"/>
              </a:defRPr>
            </a:pPr>
            <a:r>
              <a:t>/api/history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601675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Get all scan history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6400799"/>
            <a:ext cx="10789920" cy="9144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30 —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515600" cy="18288"/>
          </a:xfrm>
          <a:prstGeom prst="rect">
            <a:avLst/>
          </a:prstGeom>
          <a:solidFill>
            <a:srgbClr val="1A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[1]  OSSEC Syscheck Documentation — ossec.net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[2]  AccuKnox — Top FIM Tools 2025 — accuknox.com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[3]  Comparitech — Best FIM Tools — comparitech.com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[4]  SolarWinds — FIM Software — solarwinds.com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[5]  WafaTech — Mastering AIDE — wafatech.sa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[6]  OSSEC GitHub — Hash Discussion — github.com/ossec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[7]  MojoAuth — MD5 vs SHA-256 — mojoauth.com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[8]  DNSstuff — FIM for Enterprises — dnsstuff.com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[9]  TrustRadius — FIM Reviews — trustradius.com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8"/>
                </a:solidFill>
                <a:latin typeface="Segoe UI"/>
              </a:defRPr>
            </a:pPr>
            <a:r>
              <a:t>[10] PCI DSS v4.0 Requirement 11.5 — pcisecuritystandards.org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6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E8ECF4"/>
                </a:solidFill>
                <a:latin typeface="Segoe UI"/>
              </a:defRPr>
            </a:pPr>
            <a:r>
              <a:t>🛡️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6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6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2A8"/>
                </a:solidFill>
                <a:latin typeface="Segoe UI"/>
              </a:defRPr>
            </a:pPr>
            <a:r>
              <a:t>File Integrity Guardian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70"/>
                </a:solidFill>
                <a:latin typeface="Segoe UI"/>
              </a:defRPr>
            </a:pPr>
            <a:r>
              <a:t>Full-Stack FIM Tool  •  Python + React  •  SHA-256 / MD5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389120"/>
            <a:ext cx="1216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CF4"/>
                </a:solidFill>
                <a:latin typeface="Segoe UI"/>
              </a:defRPr>
            </a:pPr>
            <a:r>
              <a:t>Built by Gaurav Kumar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029200"/>
            <a:ext cx="4846320" cy="914400"/>
          </a:xfrm>
          <a:prstGeom prst="roundRect">
            <a:avLst/>
          </a:prstGeom>
          <a:solidFill>
            <a:srgbClr val="1015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120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532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8"/>
                </a:solidFill>
                <a:latin typeface="Segoe UI"/>
              </a:defRPr>
            </a:pPr>
            <a:r>
              <a:t>github.com/YOUR_USERNAME/file-integrity-guardian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